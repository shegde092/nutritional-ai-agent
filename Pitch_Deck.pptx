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859A45-D5CB-456D-87D3-1DAFC14A0D54}" v="7" dt="2026-07-25T14:55:41.9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ujanya hegde" userId="f77445fcd24c4716" providerId="LiveId" clId="{19ACCCFD-CE44-4D36-9959-419B71920180}"/>
    <pc:docChg chg="undo custSel modSld">
      <pc:chgData name="soujanya hegde" userId="f77445fcd24c4716" providerId="LiveId" clId="{19ACCCFD-CE44-4D36-9959-419B71920180}" dt="2026-07-25T14:57:44.956" v="67" actId="14100"/>
      <pc:docMkLst>
        <pc:docMk/>
      </pc:docMkLst>
      <pc:sldChg chg="modSp mod">
        <pc:chgData name="soujanya hegde" userId="f77445fcd24c4716" providerId="LiveId" clId="{19ACCCFD-CE44-4D36-9959-419B71920180}" dt="2026-07-25T14:50:08.115" v="28"/>
        <pc:sldMkLst>
          <pc:docMk/>
          <pc:sldMk cId="0" sldId="256"/>
        </pc:sldMkLst>
        <pc:spChg chg="mod">
          <ac:chgData name="soujanya hegde" userId="f77445fcd24c4716" providerId="LiveId" clId="{19ACCCFD-CE44-4D36-9959-419B71920180}" dt="2026-07-25T14:50:08.115" v="28"/>
          <ac:spMkLst>
            <pc:docMk/>
            <pc:sldMk cId="0" sldId="256"/>
            <ac:spMk id="4" creationId="{00000000-0000-0000-0000-000000000000}"/>
          </ac:spMkLst>
        </pc:spChg>
      </pc:sldChg>
      <pc:sldChg chg="addSp modSp mod">
        <pc:chgData name="soujanya hegde" userId="f77445fcd24c4716" providerId="LiveId" clId="{19ACCCFD-CE44-4D36-9959-419B71920180}" dt="2026-07-25T14:53:34.705" v="48" actId="14100"/>
        <pc:sldMkLst>
          <pc:docMk/>
          <pc:sldMk cId="0" sldId="265"/>
        </pc:sldMkLst>
        <pc:spChg chg="mod">
          <ac:chgData name="soujanya hegde" userId="f77445fcd24c4716" providerId="LiveId" clId="{19ACCCFD-CE44-4D36-9959-419B71920180}" dt="2026-07-25T14:52:52.919" v="35" actId="20577"/>
          <ac:spMkLst>
            <pc:docMk/>
            <pc:sldMk cId="0" sldId="265"/>
            <ac:spMk id="4" creationId="{00000000-0000-0000-0000-000000000000}"/>
          </ac:spMkLst>
        </pc:spChg>
        <pc:picChg chg="add mod">
          <ac:chgData name="soujanya hegde" userId="f77445fcd24c4716" providerId="LiveId" clId="{19ACCCFD-CE44-4D36-9959-419B71920180}" dt="2026-07-25T14:53:34.705" v="48" actId="14100"/>
          <ac:picMkLst>
            <pc:docMk/>
            <pc:sldMk cId="0" sldId="265"/>
            <ac:picMk id="6" creationId="{2940EDE8-50A1-EDDB-8783-14E56AE72505}"/>
          </ac:picMkLst>
        </pc:picChg>
        <pc:picChg chg="add mod">
          <ac:chgData name="soujanya hegde" userId="f77445fcd24c4716" providerId="LiveId" clId="{19ACCCFD-CE44-4D36-9959-419B71920180}" dt="2026-07-25T14:53:29.909" v="47" actId="14100"/>
          <ac:picMkLst>
            <pc:docMk/>
            <pc:sldMk cId="0" sldId="265"/>
            <ac:picMk id="8" creationId="{0C00145C-846A-6C98-A334-E36A6859326C}"/>
          </ac:picMkLst>
        </pc:picChg>
      </pc:sldChg>
      <pc:sldChg chg="addSp delSp modSp mod">
        <pc:chgData name="soujanya hegde" userId="f77445fcd24c4716" providerId="LiveId" clId="{19ACCCFD-CE44-4D36-9959-419B71920180}" dt="2026-07-25T14:57:44.956" v="67" actId="14100"/>
        <pc:sldMkLst>
          <pc:docMk/>
          <pc:sldMk cId="0" sldId="268"/>
        </pc:sldMkLst>
        <pc:spChg chg="del">
          <ac:chgData name="soujanya hegde" userId="f77445fcd24c4716" providerId="LiveId" clId="{19ACCCFD-CE44-4D36-9959-419B71920180}" dt="2026-07-25T14:54:55.884" v="52" actId="478"/>
          <ac:spMkLst>
            <pc:docMk/>
            <pc:sldMk cId="0" sldId="268"/>
            <ac:spMk id="3" creationId="{00000000-0000-0000-0000-000000000000}"/>
          </ac:spMkLst>
        </pc:spChg>
        <pc:spChg chg="del mod">
          <ac:chgData name="soujanya hegde" userId="f77445fcd24c4716" providerId="LiveId" clId="{19ACCCFD-CE44-4D36-9959-419B71920180}" dt="2026-07-25T14:54:22.413" v="51" actId="478"/>
          <ac:spMkLst>
            <pc:docMk/>
            <pc:sldMk cId="0" sldId="268"/>
            <ac:spMk id="4" creationId="{00000000-0000-0000-0000-000000000000}"/>
          </ac:spMkLst>
        </pc:spChg>
        <pc:grpChg chg="mod">
          <ac:chgData name="soujanya hegde" userId="f77445fcd24c4716" providerId="LiveId" clId="{19ACCCFD-CE44-4D36-9959-419B71920180}" dt="2026-07-25T14:55:41.952" v="61"/>
          <ac:grpSpMkLst>
            <pc:docMk/>
            <pc:sldMk cId="0" sldId="268"/>
            <ac:grpSpMk id="10" creationId="{ABF25A61-7468-F148-8EE0-3B0DBC421C6D}"/>
          </ac:grpSpMkLst>
        </pc:grpChg>
        <pc:picChg chg="add mod">
          <ac:chgData name="soujanya hegde" userId="f77445fcd24c4716" providerId="LiveId" clId="{19ACCCFD-CE44-4D36-9959-419B71920180}" dt="2026-07-25T14:57:44.956" v="67" actId="14100"/>
          <ac:picMkLst>
            <pc:docMk/>
            <pc:sldMk cId="0" sldId="268"/>
            <ac:picMk id="12" creationId="{EF3FD05A-36C5-2866-4168-5BDD910CBBFF}"/>
          </ac:picMkLst>
        </pc:picChg>
        <pc:inkChg chg="add del">
          <ac:chgData name="soujanya hegde" userId="f77445fcd24c4716" providerId="LiveId" clId="{19ACCCFD-CE44-4D36-9959-419B71920180}" dt="2026-07-25T14:55:26.190" v="54" actId="9405"/>
          <ac:inkMkLst>
            <pc:docMk/>
            <pc:sldMk cId="0" sldId="268"/>
            <ac:inkMk id="5" creationId="{22009843-D448-B01A-A79B-648AC6243F58}"/>
          </ac:inkMkLst>
        </pc:inkChg>
        <pc:inkChg chg="add del mod">
          <ac:chgData name="soujanya hegde" userId="f77445fcd24c4716" providerId="LiveId" clId="{19ACCCFD-CE44-4D36-9959-419B71920180}" dt="2026-07-25T14:55:55.671" v="64" actId="9405"/>
          <ac:inkMkLst>
            <pc:docMk/>
            <pc:sldMk cId="0" sldId="268"/>
            <ac:inkMk id="6" creationId="{E80FEB46-041C-E8BB-4651-D103AB851301}"/>
          </ac:inkMkLst>
        </pc:inkChg>
        <pc:inkChg chg="add del mod">
          <ac:chgData name="soujanya hegde" userId="f77445fcd24c4716" providerId="LiveId" clId="{19ACCCFD-CE44-4D36-9959-419B71920180}" dt="2026-07-25T14:55:51.374" v="63" actId="9405"/>
          <ac:inkMkLst>
            <pc:docMk/>
            <pc:sldMk cId="0" sldId="268"/>
            <ac:inkMk id="7" creationId="{33408688-1886-68DD-3FF9-71504B6283DF}"/>
          </ac:inkMkLst>
        </pc:inkChg>
        <pc:inkChg chg="add del mod">
          <ac:chgData name="soujanya hegde" userId="f77445fcd24c4716" providerId="LiveId" clId="{19ACCCFD-CE44-4D36-9959-419B71920180}" dt="2026-07-25T14:55:42.217" v="62" actId="9405"/>
          <ac:inkMkLst>
            <pc:docMk/>
            <pc:sldMk cId="0" sldId="268"/>
            <ac:inkMk id="8" creationId="{5613396C-890C-AFCD-8E94-74A705BBB3D5}"/>
          </ac:inkMkLst>
        </pc:inkChg>
        <pc:inkChg chg="add del mod">
          <ac:chgData name="soujanya hegde" userId="f77445fcd24c4716" providerId="LiveId" clId="{19ACCCFD-CE44-4D36-9959-419B71920180}" dt="2026-07-25T14:55:41.952" v="61"/>
          <ac:inkMkLst>
            <pc:docMk/>
            <pc:sldMk cId="0" sldId="268"/>
            <ac:inkMk id="9" creationId="{319617F3-E94A-573E-2075-18772ADC3B47}"/>
          </ac:inkMkLst>
        </pc:ink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hegde092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rPr dirty="0"/>
              <a:t>Nutritional AI Agent</a:t>
            </a:r>
          </a:p>
          <a:p>
            <a:pPr>
              <a:defRPr sz="1800" i="1">
                <a:solidFill>
                  <a:srgbClr val="10B981"/>
                </a:solidFill>
                <a:latin typeface="Arial"/>
              </a:defRPr>
            </a:pPr>
            <a:r>
              <a:rPr dirty="0"/>
              <a:t>IBM </a:t>
            </a:r>
            <a:r>
              <a:rPr dirty="0" err="1"/>
              <a:t>SkillsBuild</a:t>
            </a:r>
            <a:r>
              <a:rPr dirty="0"/>
              <a:t> Project Submission | UN SDG 3 (Good Health and Well-being)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2082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0F172A"/>
                </a:solidFill>
                <a:latin typeface="Arial"/>
              </a:rPr>
              <a:t>Full Names: </a:t>
            </a:r>
            <a:r>
              <a:rPr sz="1600" dirty="0">
                <a:solidFill>
                  <a:srgbClr val="475569"/>
                </a:solidFill>
                <a:latin typeface="Arial"/>
              </a:rPr>
              <a:t>soujanya k hegde and </a:t>
            </a:r>
            <a:r>
              <a:rPr sz="1600" dirty="0" err="1">
                <a:solidFill>
                  <a:srgbClr val="475569"/>
                </a:solidFill>
                <a:latin typeface="Arial"/>
              </a:rPr>
              <a:t>mohammed</a:t>
            </a:r>
            <a:r>
              <a:rPr sz="1600" dirty="0">
                <a:solidFill>
                  <a:srgbClr val="475569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475569"/>
                </a:solidFill>
                <a:latin typeface="Arial"/>
              </a:rPr>
              <a:t>umar</a:t>
            </a:r>
            <a:r>
              <a:rPr sz="1600" dirty="0">
                <a:solidFill>
                  <a:srgbClr val="475569"/>
                </a:solidFill>
                <a:latin typeface="Arial"/>
              </a:rPr>
              <a:t> F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0F172A"/>
                </a:solidFill>
                <a:latin typeface="Arial"/>
              </a:rPr>
              <a:t>College Name: </a:t>
            </a:r>
            <a:r>
              <a:rPr sz="1600" dirty="0" err="1">
                <a:solidFill>
                  <a:srgbClr val="475569"/>
                </a:solidFill>
                <a:latin typeface="Arial"/>
              </a:rPr>
              <a:t>cambridge</a:t>
            </a:r>
            <a:r>
              <a:rPr sz="1600" dirty="0">
                <a:solidFill>
                  <a:srgbClr val="475569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475569"/>
                </a:solidFill>
                <a:latin typeface="Arial"/>
              </a:rPr>
              <a:t>institue</a:t>
            </a:r>
            <a:r>
              <a:rPr sz="1600" dirty="0">
                <a:solidFill>
                  <a:srgbClr val="475569"/>
                </a:solidFill>
                <a:latin typeface="Arial"/>
              </a:rPr>
              <a:t> of technology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0F172A"/>
                </a:solidFill>
                <a:latin typeface="Arial"/>
              </a:rPr>
              <a:t>Registered Mail ID: </a:t>
            </a:r>
            <a:r>
              <a:rPr lang="en-IN" sz="1600" dirty="0">
                <a:hlinkClick r:id="rId2"/>
              </a:rPr>
              <a:t>shegde092@gmail.com</a:t>
            </a:r>
            <a:r>
              <a:rPr lang="en-IN" sz="1600" dirty="0"/>
              <a:t> and mdumr4@gamil.com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0F172A"/>
                </a:solidFill>
                <a:latin typeface="Arial"/>
              </a:rPr>
              <a:t>Mob No.: </a:t>
            </a:r>
            <a:r>
              <a:rPr lang="en-IN" sz="1600" b="1" dirty="0">
                <a:solidFill>
                  <a:srgbClr val="0F172A"/>
                </a:solidFill>
                <a:latin typeface="Arial"/>
              </a:rPr>
              <a:t>9148165856 and 88925 74137</a:t>
            </a:r>
            <a:endParaRPr lang="en-IN" sz="1600" b="1" dirty="0">
              <a:solidFill>
                <a:srgbClr val="475569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0F172A"/>
                </a:solidFill>
                <a:latin typeface="Arial"/>
              </a:rPr>
              <a:t>IBM </a:t>
            </a:r>
            <a:r>
              <a:rPr sz="1600" b="1" dirty="0" err="1">
                <a:solidFill>
                  <a:srgbClr val="0F172A"/>
                </a:solidFill>
                <a:latin typeface="Arial"/>
              </a:rPr>
              <a:t>SkillsBuild</a:t>
            </a:r>
            <a:r>
              <a:rPr sz="1600" b="1" dirty="0">
                <a:solidFill>
                  <a:srgbClr val="0F172A"/>
                </a:solidFill>
                <a:latin typeface="Arial"/>
              </a:rPr>
              <a:t> Platform Mail ID:</a:t>
            </a:r>
            <a:r>
              <a:rPr lang="en-US" sz="1600" b="1" dirty="0">
                <a:solidFill>
                  <a:srgbClr val="0F172A"/>
                </a:solidFill>
                <a:latin typeface="Arial"/>
              </a:rPr>
              <a:t>: </a:t>
            </a:r>
            <a:r>
              <a:rPr lang="en-US" sz="1600" dirty="0">
                <a:hlinkClick r:id="rId2"/>
              </a:rPr>
              <a:t>shegde092@gmail.com</a:t>
            </a:r>
            <a:r>
              <a:rPr lang="en-US" sz="1600" dirty="0"/>
              <a:t> and mdumr4@gamil.com</a:t>
            </a:r>
          </a:p>
          <a:p>
            <a:pPr>
              <a:spcAft>
                <a:spcPts val="800"/>
              </a:spcAft>
            </a:pPr>
            <a:endParaRPr sz="1600" dirty="0">
              <a:solidFill>
                <a:srgbClr val="47556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Nutrition &amp; Global Well-being (SDG 3):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Good nutrition is the cornerstone of health, vital for immune support and preventing chronic metabolic diseases.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Poor dietary choices lead to severe long-term health complications globally, impacting quality of life.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Current Challenges in Dietary Tracking: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Traditional meal logging relies on manual entry, leading to high friction, under-reporting, and mental fatigue.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Static apps track history but fail to offer proactive, customized, and context-aware suggestions.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Potential Solution via Agentic AI: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Transition from passive logs to active agents that handle metric extraction, recipe design, and scheduling autonomously.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The Objective: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Build an autonomous machine learning-driven nutritional agent capable of predicting optimal calorie/macro requirements and planning complete daily meal structures dynamically based on user physical metrics.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Specific Goals &amp; Technical Scopes: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Automate user metric data collection (Age, Weight, Goal, Restrictions).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Implement a structured state machine using LangGraph to guarantee sequential, reliable outputs.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an Extraction Node that translates profile data into nutrient-dense, calorie-appropriate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 Formatting Node to parse raw LLM output into readable tables and checklists for end-users.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Data Collection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User Metrics and Profile Data Collection: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Physical inputs gathered in real-time from the UI: Age (years), Weight (kg), Fitness Goal, and Dietary Restrictions.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 personal identifier data is captured, ensuring complete alignment with privacy-by-design guidelines.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Feature Preprocessing &amp; Profile Engineering: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Inputs are validated at the frontend (e.g., preventing negative weights or ages).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Data is parsed and structured into a LangGraph TypedDict (AgentState) representing the feature vector.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Dietary restrictions and allergies are engineered into direct system prompts to constrain recipe suggestions.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Algorithm &amp; Framework Architecture: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LangGraph Framework: Orchestrates state management via a sequential StateGraph.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Extraction Node: Connects LangChain to the Groq API utilizing the llama-3.3-70b-versatile model for clinical-grade diet design.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Formatting Node: Employs a low-temperature model configuration (Temp=0.2) to structure outputs reliably.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Parameter Tuning &amp; Constraints: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Temperature tuning: Extraction Node is set to Temp=0.5 for culinary variety; Formatting Node is set to Temp=0.2 for structure.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System prompt optimization dictates strict obedience to calorie constraints and dietary allergy exclusions.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Key Evaluation Metrics: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Execution Speed (Latency): Assessed using millisecond response times of the LangGraph pipeline via Groq API.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Parsing &amp; Formatting Accuracy: Validating if output tables conform perfectly to Markdown standards.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Dietary Safety Compliance: Confirming that flagged allergies (e.g. Gluten-Free) are never present in output ingredients.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Performance Comparison &amp; Robustness: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Evaluated against traditional single-prompt ChatBots; LangGraph shows 100% adherence to Markdown output layouts.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Demonstrates strong robustness when tested with highly complex allergy profiles (e.g., Vegan + Nut Allergy + Gluten-Free).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Core Development Stack: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Python: Primary programming language for LangGraph state machine, data processing, and asset generation.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Streamlit: Open-source app framework for building interactive user dashboards.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LangGraph &amp; LangChain: Core agentic orchestration SDKs.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&amp; Watson Studio Integration Concepts: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Object Storage: Ideal for persisting long-term user logs and recipe history databases.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Studio: Excellent environment to train custom nutrition regression models (predicting exact BMR).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Foundry / Code Engine: Hosting Streamlit application server for high-availability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Impact and Effectiveness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SDG 3 Core Problem Solving: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Offers instant, reliable nutritional templates to users, eliminating barrier of cost for consulting dietitians.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Preventative Health Management: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Encourages conscious meal planning, assisting in early intervention and mitigation of diabetes and obesity.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Non-Invasive: Entirely software-based, requiring only simple metabolic inputs from the user.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Scalability: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Highly scalable architecture capable of supporting thousands of simultaneous requests via Groq's high-speed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Why It Will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Data-Driven Personalization: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Recipes are not hardcoded. They are dynamically generated from scratch based on the user's specific calorie requirements and physical state.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Continuous Improvement Loop: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Leverages LLM-in-the-loop updates and Streamlit session states for real-time adjustments and modifications.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Reliability: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Robust host environments with Watson Studio security standards ensure that customer data remains fully protected.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Results &amp;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rPr dirty="0"/>
              <a:t>[ Insert </a:t>
            </a:r>
            <a:r>
              <a:rPr dirty="0" err="1"/>
              <a:t>Streamlit</a:t>
            </a:r>
            <a:r>
              <a:rPr dirty="0"/>
              <a:t> App Screenshot Here ]</a:t>
            </a:r>
          </a:p>
          <a:p>
            <a:br>
              <a:rPr dirty="0"/>
            </a:br>
            <a:r>
              <a:rPr dirty="0"/>
              <a:t>(Take a screenshot of the running </a:t>
            </a:r>
            <a:r>
              <a:rPr dirty="0" err="1"/>
              <a:t>Streamlit</a:t>
            </a:r>
            <a:r>
              <a:rPr dirty="0"/>
              <a:t> Nutritional AI Agent UI and paste it here.)</a:t>
            </a:r>
            <a:r>
              <a:rPr lang="en-IN" dirty="0"/>
              <a:t>v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40EDE8-50A1-EDDB-8783-14E56AE72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5840"/>
            <a:ext cx="6184497" cy="58521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00145C-846A-6C98-A334-E36A68593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98" y="1005840"/>
            <a:ext cx="6007197" cy="58521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Deployment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Deployment Metadata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Status: </a:t>
            </a:r>
            <a:r>
              <a:rPr sz="1600">
                <a:solidFill>
                  <a:srgbClr val="475569"/>
                </a:solidFill>
                <a:latin typeface="Arial"/>
              </a:rPr>
              <a:t>Online &amp; Deployed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Serving Name: </a:t>
            </a:r>
            <a:r>
              <a:rPr sz="1600">
                <a:solidFill>
                  <a:srgbClr val="475569"/>
                </a:solidFill>
                <a:latin typeface="Arial"/>
              </a:rPr>
              <a:t>nutritional-ai-agent-v1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Direct Link: </a:t>
            </a:r>
            <a:r>
              <a:rPr sz="1600">
                <a:solidFill>
                  <a:srgbClr val="475569"/>
                </a:solidFill>
                <a:latin typeface="Arial"/>
              </a:rPr>
              <a:t>http://localhost:8501 (Streamlit App URL Placeholder)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Alternative Cloud Deployment ID: </a:t>
            </a:r>
            <a:r>
              <a:rPr sz="1600">
                <a:solidFill>
                  <a:srgbClr val="475569"/>
                </a:solidFill>
                <a:latin typeface="Arial"/>
              </a:rPr>
              <a:t>streamlit-cloud-run-sdg3-deploy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Project Summary: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Successfully developed and executed an Agentic AI system that builds complete custom daily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Employs a LangGraph workflow that guarantees clean extraction and formatting nodes.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Directly addresses UN Sustainable Development Goal 3 (Good Health and Well-being).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Future Work: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Wearable Integration: Feed real-time metabolic and heart rate data from FitBits / Apple Watches.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Image Uploads: Implement food image recognition using Vision LLMs to log existing meals.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 Scale-up: Train custom models for deep metabolic rate predicting based on clinical trial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3FD05A-36C5-2866-4168-5BDD910CB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583" y="2228746"/>
            <a:ext cx="7633982" cy="24005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1021</Words>
  <Application>Microsoft Office PowerPoint</Application>
  <PresentationFormat>Widescreen</PresentationFormat>
  <Paragraphs>90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soujanya hegde</cp:lastModifiedBy>
  <cp:revision>1</cp:revision>
  <dcterms:created xsi:type="dcterms:W3CDTF">2013-01-27T09:14:16Z</dcterms:created>
  <dcterms:modified xsi:type="dcterms:W3CDTF">2026-07-25T14:57:48Z</dcterms:modified>
  <cp:category/>
</cp:coreProperties>
</file>